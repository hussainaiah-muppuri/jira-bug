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sldIdLst>
    <p:sldId id="256" r:id="rId2"/>
    <p:sldId id="257" r:id="rId3"/>
    <p:sldId id="258" r:id="rId4"/>
    <p:sldId id="262" r:id="rId5"/>
    <p:sldId id="259" r:id="rId6"/>
    <p:sldId id="260" r:id="rId7"/>
    <p:sldId id="261"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A2E7A2-F802-4054-AFA7-F5092B539214}" v="165" dt="2023-09-06T13:11:49.7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ssainaiah Muppuri" userId="e49700571e251e90" providerId="Windows Live" clId="Web-{C8A2E7A2-F802-4054-AFA7-F5092B539214}"/>
    <pc:docChg chg="addSld delSld modSld addMainMaster delMainMaster">
      <pc:chgData name="Hussainaiah Muppuri" userId="e49700571e251e90" providerId="Windows Live" clId="Web-{C8A2E7A2-F802-4054-AFA7-F5092B539214}" dt="2023-09-06T13:11:49.831" v="170"/>
      <pc:docMkLst>
        <pc:docMk/>
      </pc:docMkLst>
      <pc:sldChg chg="addSp modSp mod setBg modClrScheme chgLayout">
        <pc:chgData name="Hussainaiah Muppuri" userId="e49700571e251e90" providerId="Windows Live" clId="Web-{C8A2E7A2-F802-4054-AFA7-F5092B539214}" dt="2023-09-06T12:09:42.732" v="37" actId="14100"/>
        <pc:sldMkLst>
          <pc:docMk/>
          <pc:sldMk cId="109857222" sldId="256"/>
        </pc:sldMkLst>
        <pc:spChg chg="mod">
          <ac:chgData name="Hussainaiah Muppuri" userId="e49700571e251e90" providerId="Windows Live" clId="Web-{C8A2E7A2-F802-4054-AFA7-F5092B539214}" dt="2023-09-06T12:09:11.168" v="26"/>
          <ac:spMkLst>
            <pc:docMk/>
            <pc:sldMk cId="109857222" sldId="256"/>
            <ac:spMk id="2" creationId="{00000000-0000-0000-0000-000000000000}"/>
          </ac:spMkLst>
        </pc:spChg>
        <pc:spChg chg="mod">
          <ac:chgData name="Hussainaiah Muppuri" userId="e49700571e251e90" providerId="Windows Live" clId="Web-{C8A2E7A2-F802-4054-AFA7-F5092B539214}" dt="2023-09-06T12:09:42.732" v="37" actId="14100"/>
          <ac:spMkLst>
            <pc:docMk/>
            <pc:sldMk cId="109857222" sldId="256"/>
            <ac:spMk id="3" creationId="{00000000-0000-0000-0000-000000000000}"/>
          </ac:spMkLst>
        </pc:spChg>
        <pc:spChg chg="add">
          <ac:chgData name="Hussainaiah Muppuri" userId="e49700571e251e90" providerId="Windows Live" clId="Web-{C8A2E7A2-F802-4054-AFA7-F5092B539214}" dt="2023-09-06T12:09:11.168" v="26"/>
          <ac:spMkLst>
            <pc:docMk/>
            <pc:sldMk cId="109857222" sldId="256"/>
            <ac:spMk id="8" creationId="{FBDCECDC-EEE3-4128-AA5E-82A8C08796E8}"/>
          </ac:spMkLst>
        </pc:spChg>
        <pc:spChg chg="add">
          <ac:chgData name="Hussainaiah Muppuri" userId="e49700571e251e90" providerId="Windows Live" clId="Web-{C8A2E7A2-F802-4054-AFA7-F5092B539214}" dt="2023-09-06T12:09:11.168" v="26"/>
          <ac:spMkLst>
            <pc:docMk/>
            <pc:sldMk cId="109857222" sldId="256"/>
            <ac:spMk id="10" creationId="{4260EDE0-989C-4E16-AF94-F652294D828E}"/>
          </ac:spMkLst>
        </pc:spChg>
      </pc:sldChg>
      <pc:sldChg chg="addSp delSp modSp new mod setBg">
        <pc:chgData name="Hussainaiah Muppuri" userId="e49700571e251e90" providerId="Windows Live" clId="Web-{C8A2E7A2-F802-4054-AFA7-F5092B539214}" dt="2023-09-06T12:18:00.138" v="86" actId="14100"/>
        <pc:sldMkLst>
          <pc:docMk/>
          <pc:sldMk cId="3762016844" sldId="257"/>
        </pc:sldMkLst>
        <pc:spChg chg="del mod">
          <ac:chgData name="Hussainaiah Muppuri" userId="e49700571e251e90" providerId="Windows Live" clId="Web-{C8A2E7A2-F802-4054-AFA7-F5092B539214}" dt="2023-09-06T12:13:23.551" v="45"/>
          <ac:spMkLst>
            <pc:docMk/>
            <pc:sldMk cId="3762016844" sldId="257"/>
            <ac:spMk id="2" creationId="{3EAB1D29-B91C-1F97-3AE2-67BF5C6766BB}"/>
          </ac:spMkLst>
        </pc:spChg>
        <pc:spChg chg="mod">
          <ac:chgData name="Hussainaiah Muppuri" userId="e49700571e251e90" providerId="Windows Live" clId="Web-{C8A2E7A2-F802-4054-AFA7-F5092B539214}" dt="2023-09-06T12:18:00.138" v="86" actId="14100"/>
          <ac:spMkLst>
            <pc:docMk/>
            <pc:sldMk cId="3762016844" sldId="257"/>
            <ac:spMk id="3" creationId="{4EE66C22-7EC4-D403-C02D-ADABED898750}"/>
          </ac:spMkLst>
        </pc:spChg>
        <pc:spChg chg="add">
          <ac:chgData name="Hussainaiah Muppuri" userId="e49700571e251e90" providerId="Windows Live" clId="Web-{C8A2E7A2-F802-4054-AFA7-F5092B539214}" dt="2023-09-06T12:17:33.387" v="80"/>
          <ac:spMkLst>
            <pc:docMk/>
            <pc:sldMk cId="3762016844" sldId="257"/>
            <ac:spMk id="8" creationId="{3558DB37-9FEE-48A2-8578-ED0401573943}"/>
          </ac:spMkLst>
        </pc:spChg>
        <pc:spChg chg="add">
          <ac:chgData name="Hussainaiah Muppuri" userId="e49700571e251e90" providerId="Windows Live" clId="Web-{C8A2E7A2-F802-4054-AFA7-F5092B539214}" dt="2023-09-06T12:17:33.387" v="80"/>
          <ac:spMkLst>
            <pc:docMk/>
            <pc:sldMk cId="3762016844" sldId="257"/>
            <ac:spMk id="10" creationId="{5F7FCCA6-00E2-4F74-A105-0D769872F243}"/>
          </ac:spMkLst>
        </pc:spChg>
        <pc:spChg chg="add">
          <ac:chgData name="Hussainaiah Muppuri" userId="e49700571e251e90" providerId="Windows Live" clId="Web-{C8A2E7A2-F802-4054-AFA7-F5092B539214}" dt="2023-09-06T12:17:33.387" v="80"/>
          <ac:spMkLst>
            <pc:docMk/>
            <pc:sldMk cId="3762016844" sldId="257"/>
            <ac:spMk id="12" creationId="{359CEC61-F44B-43B3-B40F-AE38C5AF1D5F}"/>
          </ac:spMkLst>
        </pc:spChg>
      </pc:sldChg>
      <pc:sldChg chg="delSp modSp new">
        <pc:chgData name="Hussainaiah Muppuri" userId="e49700571e251e90" providerId="Windows Live" clId="Web-{C8A2E7A2-F802-4054-AFA7-F5092B539214}" dt="2023-09-06T12:20:45.549" v="115" actId="20577"/>
        <pc:sldMkLst>
          <pc:docMk/>
          <pc:sldMk cId="3490936370" sldId="258"/>
        </pc:sldMkLst>
        <pc:spChg chg="del mod">
          <ac:chgData name="Hussainaiah Muppuri" userId="e49700571e251e90" providerId="Windows Live" clId="Web-{C8A2E7A2-F802-4054-AFA7-F5092B539214}" dt="2023-09-06T12:17:16.011" v="78"/>
          <ac:spMkLst>
            <pc:docMk/>
            <pc:sldMk cId="3490936370" sldId="258"/>
            <ac:spMk id="2" creationId="{4C9C574E-E9C2-D99B-7B5B-AF99EADEC72B}"/>
          </ac:spMkLst>
        </pc:spChg>
        <pc:spChg chg="mod">
          <ac:chgData name="Hussainaiah Muppuri" userId="e49700571e251e90" providerId="Windows Live" clId="Web-{C8A2E7A2-F802-4054-AFA7-F5092B539214}" dt="2023-09-06T12:20:45.549" v="115" actId="20577"/>
          <ac:spMkLst>
            <pc:docMk/>
            <pc:sldMk cId="3490936370" sldId="258"/>
            <ac:spMk id="3" creationId="{C7FD7904-3583-1BA3-F9A9-BC5B7E677F46}"/>
          </ac:spMkLst>
        </pc:spChg>
      </pc:sldChg>
      <pc:sldChg chg="new del">
        <pc:chgData name="Hussainaiah Muppuri" userId="e49700571e251e90" providerId="Windows Live" clId="Web-{C8A2E7A2-F802-4054-AFA7-F5092B539214}" dt="2023-09-06T12:16:38.448" v="75"/>
        <pc:sldMkLst>
          <pc:docMk/>
          <pc:sldMk cId="4071230938" sldId="258"/>
        </pc:sldMkLst>
      </pc:sldChg>
      <pc:sldChg chg="addSp delSp modSp new">
        <pc:chgData name="Hussainaiah Muppuri" userId="e49700571e251e90" providerId="Windows Live" clId="Web-{C8A2E7A2-F802-4054-AFA7-F5092B539214}" dt="2023-09-06T13:03:52.423" v="125" actId="14100"/>
        <pc:sldMkLst>
          <pc:docMk/>
          <pc:sldMk cId="620012440" sldId="259"/>
        </pc:sldMkLst>
        <pc:spChg chg="del mod">
          <ac:chgData name="Hussainaiah Muppuri" userId="e49700571e251e90" providerId="Windows Live" clId="Web-{C8A2E7A2-F802-4054-AFA7-F5092B539214}" dt="2023-09-06T13:03:34.844" v="119"/>
          <ac:spMkLst>
            <pc:docMk/>
            <pc:sldMk cId="620012440" sldId="259"/>
            <ac:spMk id="2" creationId="{C6031CFD-91F1-45BF-BDF0-F8E1C2A3E72B}"/>
          </ac:spMkLst>
        </pc:spChg>
        <pc:spChg chg="del">
          <ac:chgData name="Hussainaiah Muppuri" userId="e49700571e251e90" providerId="Windows Live" clId="Web-{C8A2E7A2-F802-4054-AFA7-F5092B539214}" dt="2023-09-06T13:03:28.844" v="117"/>
          <ac:spMkLst>
            <pc:docMk/>
            <pc:sldMk cId="620012440" sldId="259"/>
            <ac:spMk id="3" creationId="{65E68ECE-CBAC-2115-28A7-D08306BCB923}"/>
          </ac:spMkLst>
        </pc:spChg>
        <pc:picChg chg="add mod ord">
          <ac:chgData name="Hussainaiah Muppuri" userId="e49700571e251e90" providerId="Windows Live" clId="Web-{C8A2E7A2-F802-4054-AFA7-F5092B539214}" dt="2023-09-06T13:03:52.423" v="125" actId="14100"/>
          <ac:picMkLst>
            <pc:docMk/>
            <pc:sldMk cId="620012440" sldId="259"/>
            <ac:picMk id="4" creationId="{D622E1C2-F788-5C72-B646-5C3DF32F8A5C}"/>
          </ac:picMkLst>
        </pc:picChg>
      </pc:sldChg>
      <pc:sldChg chg="addSp delSp modSp new">
        <pc:chgData name="Hussainaiah Muppuri" userId="e49700571e251e90" providerId="Windows Live" clId="Web-{C8A2E7A2-F802-4054-AFA7-F5092B539214}" dt="2023-09-06T13:06:27.194" v="138" actId="14100"/>
        <pc:sldMkLst>
          <pc:docMk/>
          <pc:sldMk cId="2674283334" sldId="260"/>
        </pc:sldMkLst>
        <pc:spChg chg="del mod">
          <ac:chgData name="Hussainaiah Muppuri" userId="e49700571e251e90" providerId="Windows Live" clId="Web-{C8A2E7A2-F802-4054-AFA7-F5092B539214}" dt="2023-09-06T13:04:57.332" v="128"/>
          <ac:spMkLst>
            <pc:docMk/>
            <pc:sldMk cId="2674283334" sldId="260"/>
            <ac:spMk id="2" creationId="{A5AA9947-719E-1DC8-E0F8-D93BB280004B}"/>
          </ac:spMkLst>
        </pc:spChg>
        <pc:spChg chg="del">
          <ac:chgData name="Hussainaiah Muppuri" userId="e49700571e251e90" providerId="Windows Live" clId="Web-{C8A2E7A2-F802-4054-AFA7-F5092B539214}" dt="2023-09-06T13:05:22.926" v="129"/>
          <ac:spMkLst>
            <pc:docMk/>
            <pc:sldMk cId="2674283334" sldId="260"/>
            <ac:spMk id="3" creationId="{E9FB221F-4EE1-6129-1203-036C1E025CB7}"/>
          </ac:spMkLst>
        </pc:spChg>
        <pc:picChg chg="add mod ord modCrop">
          <ac:chgData name="Hussainaiah Muppuri" userId="e49700571e251e90" providerId="Windows Live" clId="Web-{C8A2E7A2-F802-4054-AFA7-F5092B539214}" dt="2023-09-06T13:06:27.194" v="138" actId="14100"/>
          <ac:picMkLst>
            <pc:docMk/>
            <pc:sldMk cId="2674283334" sldId="260"/>
            <ac:picMk id="4" creationId="{478E79F0-26D7-6769-7678-9C3CE2D249DC}"/>
          </ac:picMkLst>
        </pc:picChg>
      </pc:sldChg>
      <pc:sldChg chg="addSp delSp modSp new mod setBg">
        <pc:chgData name="Hussainaiah Muppuri" userId="e49700571e251e90" providerId="Windows Live" clId="Web-{C8A2E7A2-F802-4054-AFA7-F5092B539214}" dt="2023-09-06T13:09:13.232" v="151"/>
        <pc:sldMkLst>
          <pc:docMk/>
          <pc:sldMk cId="2875199998" sldId="261"/>
        </pc:sldMkLst>
        <pc:spChg chg="del mod">
          <ac:chgData name="Hussainaiah Muppuri" userId="e49700571e251e90" providerId="Windows Live" clId="Web-{C8A2E7A2-F802-4054-AFA7-F5092B539214}" dt="2023-09-06T13:06:42.367" v="141"/>
          <ac:spMkLst>
            <pc:docMk/>
            <pc:sldMk cId="2875199998" sldId="261"/>
            <ac:spMk id="2" creationId="{375C59A5-C48C-D954-0063-3DF5BE704AE6}"/>
          </ac:spMkLst>
        </pc:spChg>
        <pc:spChg chg="del">
          <ac:chgData name="Hussainaiah Muppuri" userId="e49700571e251e90" providerId="Windows Live" clId="Web-{C8A2E7A2-F802-4054-AFA7-F5092B539214}" dt="2023-09-06T13:07:44.838" v="142"/>
          <ac:spMkLst>
            <pc:docMk/>
            <pc:sldMk cId="2875199998" sldId="261"/>
            <ac:spMk id="3" creationId="{B53582F6-4128-5CB6-9B5C-22A3E7262F96}"/>
          </ac:spMkLst>
        </pc:spChg>
        <pc:spChg chg="add">
          <ac:chgData name="Hussainaiah Muppuri" userId="e49700571e251e90" providerId="Windows Live" clId="Web-{C8A2E7A2-F802-4054-AFA7-F5092B539214}" dt="2023-09-06T13:07:52.119" v="145"/>
          <ac:spMkLst>
            <pc:docMk/>
            <pc:sldMk cId="2875199998" sldId="261"/>
            <ac:spMk id="9" creationId="{A8E9C91B-7EAD-4562-AB0E-DFB9663AECE3}"/>
          </ac:spMkLst>
        </pc:spChg>
        <pc:spChg chg="add">
          <ac:chgData name="Hussainaiah Muppuri" userId="e49700571e251e90" providerId="Windows Live" clId="Web-{C8A2E7A2-F802-4054-AFA7-F5092B539214}" dt="2023-09-06T13:07:52.119" v="145"/>
          <ac:spMkLst>
            <pc:docMk/>
            <pc:sldMk cId="2875199998" sldId="261"/>
            <ac:spMk id="11" creationId="{652BD35A-BC99-4831-A358-06E2CEB96697}"/>
          </ac:spMkLst>
        </pc:spChg>
        <pc:spChg chg="add">
          <ac:chgData name="Hussainaiah Muppuri" userId="e49700571e251e90" providerId="Windows Live" clId="Web-{C8A2E7A2-F802-4054-AFA7-F5092B539214}" dt="2023-09-06T13:07:52.119" v="145"/>
          <ac:spMkLst>
            <pc:docMk/>
            <pc:sldMk cId="2875199998" sldId="261"/>
            <ac:spMk id="13" creationId="{B76E24C1-2968-40DC-A36E-F6B85F0F0752}"/>
          </ac:spMkLst>
        </pc:spChg>
        <pc:picChg chg="add mod ord modCrop">
          <ac:chgData name="Hussainaiah Muppuri" userId="e49700571e251e90" providerId="Windows Live" clId="Web-{C8A2E7A2-F802-4054-AFA7-F5092B539214}" dt="2023-09-06T13:09:13.232" v="151"/>
          <ac:picMkLst>
            <pc:docMk/>
            <pc:sldMk cId="2875199998" sldId="261"/>
            <ac:picMk id="4" creationId="{9C0D0A02-C1E4-4403-4C37-2A296E983E8A}"/>
          </ac:picMkLst>
        </pc:picChg>
      </pc:sldChg>
      <pc:sldChg chg="addSp delSp modSp new">
        <pc:chgData name="Hussainaiah Muppuri" userId="e49700571e251e90" providerId="Windows Live" clId="Web-{C8A2E7A2-F802-4054-AFA7-F5092B539214}" dt="2023-09-06T13:10:47.751" v="161" actId="1076"/>
        <pc:sldMkLst>
          <pc:docMk/>
          <pc:sldMk cId="824632737" sldId="262"/>
        </pc:sldMkLst>
        <pc:spChg chg="del mod">
          <ac:chgData name="Hussainaiah Muppuri" userId="e49700571e251e90" providerId="Windows Live" clId="Web-{C8A2E7A2-F802-4054-AFA7-F5092B539214}" dt="2023-09-06T13:09:39.561" v="157"/>
          <ac:spMkLst>
            <pc:docMk/>
            <pc:sldMk cId="824632737" sldId="262"/>
            <ac:spMk id="2" creationId="{43870827-B7D4-A503-4684-3A8B4B3D5DBA}"/>
          </ac:spMkLst>
        </pc:spChg>
        <pc:spChg chg="del">
          <ac:chgData name="Hussainaiah Muppuri" userId="e49700571e251e90" providerId="Windows Live" clId="Web-{C8A2E7A2-F802-4054-AFA7-F5092B539214}" dt="2023-09-06T13:09:25.795" v="153"/>
          <ac:spMkLst>
            <pc:docMk/>
            <pc:sldMk cId="824632737" sldId="262"/>
            <ac:spMk id="3" creationId="{C7C1DB1B-52CA-47C5-7941-2108534F497A}"/>
          </ac:spMkLst>
        </pc:spChg>
        <pc:picChg chg="add mod ord">
          <ac:chgData name="Hussainaiah Muppuri" userId="e49700571e251e90" providerId="Windows Live" clId="Web-{C8A2E7A2-F802-4054-AFA7-F5092B539214}" dt="2023-09-06T13:10:47.751" v="161" actId="1076"/>
          <ac:picMkLst>
            <pc:docMk/>
            <pc:sldMk cId="824632737" sldId="262"/>
            <ac:picMk id="4" creationId="{3AD6279B-D648-74F4-2013-F749804F4B80}"/>
          </ac:picMkLst>
        </pc:picChg>
      </pc:sldChg>
      <pc:sldChg chg="addSp modSp new mod setBg">
        <pc:chgData name="Hussainaiah Muppuri" userId="e49700571e251e90" providerId="Windows Live" clId="Web-{C8A2E7A2-F802-4054-AFA7-F5092B539214}" dt="2023-09-06T13:11:49.831" v="170"/>
        <pc:sldMkLst>
          <pc:docMk/>
          <pc:sldMk cId="850224780" sldId="263"/>
        </pc:sldMkLst>
        <pc:spChg chg="mod">
          <ac:chgData name="Hussainaiah Muppuri" userId="e49700571e251e90" providerId="Windows Live" clId="Web-{C8A2E7A2-F802-4054-AFA7-F5092B539214}" dt="2023-09-06T13:11:49.831" v="170"/>
          <ac:spMkLst>
            <pc:docMk/>
            <pc:sldMk cId="850224780" sldId="263"/>
            <ac:spMk id="2" creationId="{57834DDD-9A71-6B86-5A73-1887974BBC4F}"/>
          </ac:spMkLst>
        </pc:spChg>
        <pc:spChg chg="add">
          <ac:chgData name="Hussainaiah Muppuri" userId="e49700571e251e90" providerId="Windows Live" clId="Web-{C8A2E7A2-F802-4054-AFA7-F5092B539214}" dt="2023-09-06T13:11:49.831" v="170"/>
          <ac:spMkLst>
            <pc:docMk/>
            <pc:sldMk cId="850224780" sldId="263"/>
            <ac:spMk id="7" creationId="{39E3965E-AC41-4711-9D10-E25ABB132D86}"/>
          </ac:spMkLst>
        </pc:spChg>
        <pc:spChg chg="add">
          <ac:chgData name="Hussainaiah Muppuri" userId="e49700571e251e90" providerId="Windows Live" clId="Web-{C8A2E7A2-F802-4054-AFA7-F5092B539214}" dt="2023-09-06T13:11:49.831" v="170"/>
          <ac:spMkLst>
            <pc:docMk/>
            <pc:sldMk cId="850224780" sldId="263"/>
            <ac:spMk id="11" creationId="{FBDCECDC-EEE3-4128-AA5E-82A8C08796E8}"/>
          </ac:spMkLst>
        </pc:spChg>
        <pc:spChg chg="add">
          <ac:chgData name="Hussainaiah Muppuri" userId="e49700571e251e90" providerId="Windows Live" clId="Web-{C8A2E7A2-F802-4054-AFA7-F5092B539214}" dt="2023-09-06T13:11:49.831" v="170"/>
          <ac:spMkLst>
            <pc:docMk/>
            <pc:sldMk cId="850224780" sldId="263"/>
            <ac:spMk id="13" creationId="{4260EDE0-989C-4E16-AF94-F652294D828E}"/>
          </ac:spMkLst>
        </pc:spChg>
        <pc:cxnChg chg="add">
          <ac:chgData name="Hussainaiah Muppuri" userId="e49700571e251e90" providerId="Windows Live" clId="Web-{C8A2E7A2-F802-4054-AFA7-F5092B539214}" dt="2023-09-06T13:11:49.831" v="170"/>
          <ac:cxnSpMkLst>
            <pc:docMk/>
            <pc:sldMk cId="850224780" sldId="263"/>
            <ac:cxnSpMk id="9" creationId="{1F5DC8C3-BA5F-4EED-BB9A-A14272BD82A1}"/>
          </ac:cxnSpMkLst>
        </pc:cxnChg>
      </pc:sldChg>
      <pc:sldMasterChg chg="del delSldLayout">
        <pc:chgData name="Hussainaiah Muppuri" userId="e49700571e251e90" providerId="Windows Live" clId="Web-{C8A2E7A2-F802-4054-AFA7-F5092B539214}" dt="2023-09-06T12:09:11.168" v="26"/>
        <pc:sldMasterMkLst>
          <pc:docMk/>
          <pc:sldMasterMk cId="2460954070" sldId="2147483660"/>
        </pc:sldMasterMkLst>
        <pc:sldLayoutChg chg="del">
          <pc:chgData name="Hussainaiah Muppuri" userId="e49700571e251e90" providerId="Windows Live" clId="Web-{C8A2E7A2-F802-4054-AFA7-F5092B539214}" dt="2023-09-06T12:09:11.168" v="26"/>
          <pc:sldLayoutMkLst>
            <pc:docMk/>
            <pc:sldMasterMk cId="2460954070" sldId="2147483660"/>
            <pc:sldLayoutMk cId="2385387890" sldId="2147483661"/>
          </pc:sldLayoutMkLst>
        </pc:sldLayoutChg>
        <pc:sldLayoutChg chg="del">
          <pc:chgData name="Hussainaiah Muppuri" userId="e49700571e251e90" providerId="Windows Live" clId="Web-{C8A2E7A2-F802-4054-AFA7-F5092B539214}" dt="2023-09-06T12:09:11.168" v="26"/>
          <pc:sldLayoutMkLst>
            <pc:docMk/>
            <pc:sldMasterMk cId="2460954070" sldId="2147483660"/>
            <pc:sldLayoutMk cId="949138452" sldId="2147483662"/>
          </pc:sldLayoutMkLst>
        </pc:sldLayoutChg>
        <pc:sldLayoutChg chg="del">
          <pc:chgData name="Hussainaiah Muppuri" userId="e49700571e251e90" providerId="Windows Live" clId="Web-{C8A2E7A2-F802-4054-AFA7-F5092B539214}" dt="2023-09-06T12:09:11.168" v="26"/>
          <pc:sldLayoutMkLst>
            <pc:docMk/>
            <pc:sldMasterMk cId="2460954070" sldId="2147483660"/>
            <pc:sldLayoutMk cId="2591524520" sldId="2147483663"/>
          </pc:sldLayoutMkLst>
        </pc:sldLayoutChg>
        <pc:sldLayoutChg chg="del">
          <pc:chgData name="Hussainaiah Muppuri" userId="e49700571e251e90" providerId="Windows Live" clId="Web-{C8A2E7A2-F802-4054-AFA7-F5092B539214}" dt="2023-09-06T12:09:11.168" v="26"/>
          <pc:sldLayoutMkLst>
            <pc:docMk/>
            <pc:sldMasterMk cId="2460954070" sldId="2147483660"/>
            <pc:sldLayoutMk cId="1203092039" sldId="2147483664"/>
          </pc:sldLayoutMkLst>
        </pc:sldLayoutChg>
        <pc:sldLayoutChg chg="del">
          <pc:chgData name="Hussainaiah Muppuri" userId="e49700571e251e90" providerId="Windows Live" clId="Web-{C8A2E7A2-F802-4054-AFA7-F5092B539214}" dt="2023-09-06T12:09:11.168" v="26"/>
          <pc:sldLayoutMkLst>
            <pc:docMk/>
            <pc:sldMasterMk cId="2460954070" sldId="2147483660"/>
            <pc:sldLayoutMk cId="3733172339" sldId="2147483665"/>
          </pc:sldLayoutMkLst>
        </pc:sldLayoutChg>
        <pc:sldLayoutChg chg="del">
          <pc:chgData name="Hussainaiah Muppuri" userId="e49700571e251e90" providerId="Windows Live" clId="Web-{C8A2E7A2-F802-4054-AFA7-F5092B539214}" dt="2023-09-06T12:09:11.168" v="26"/>
          <pc:sldLayoutMkLst>
            <pc:docMk/>
            <pc:sldMasterMk cId="2460954070" sldId="2147483660"/>
            <pc:sldLayoutMk cId="3210312558" sldId="2147483666"/>
          </pc:sldLayoutMkLst>
        </pc:sldLayoutChg>
        <pc:sldLayoutChg chg="del">
          <pc:chgData name="Hussainaiah Muppuri" userId="e49700571e251e90" providerId="Windows Live" clId="Web-{C8A2E7A2-F802-4054-AFA7-F5092B539214}" dt="2023-09-06T12:09:11.168" v="26"/>
          <pc:sldLayoutMkLst>
            <pc:docMk/>
            <pc:sldMasterMk cId="2460954070" sldId="2147483660"/>
            <pc:sldLayoutMk cId="3146388984" sldId="2147483667"/>
          </pc:sldLayoutMkLst>
        </pc:sldLayoutChg>
        <pc:sldLayoutChg chg="del">
          <pc:chgData name="Hussainaiah Muppuri" userId="e49700571e251e90" providerId="Windows Live" clId="Web-{C8A2E7A2-F802-4054-AFA7-F5092B539214}" dt="2023-09-06T12:09:11.168" v="26"/>
          <pc:sldLayoutMkLst>
            <pc:docMk/>
            <pc:sldMasterMk cId="2460954070" sldId="2147483660"/>
            <pc:sldLayoutMk cId="3171841454" sldId="2147483668"/>
          </pc:sldLayoutMkLst>
        </pc:sldLayoutChg>
        <pc:sldLayoutChg chg="del">
          <pc:chgData name="Hussainaiah Muppuri" userId="e49700571e251e90" providerId="Windows Live" clId="Web-{C8A2E7A2-F802-4054-AFA7-F5092B539214}" dt="2023-09-06T12:09:11.168" v="26"/>
          <pc:sldLayoutMkLst>
            <pc:docMk/>
            <pc:sldMasterMk cId="2460954070" sldId="2147483660"/>
            <pc:sldLayoutMk cId="1718958274" sldId="2147483669"/>
          </pc:sldLayoutMkLst>
        </pc:sldLayoutChg>
        <pc:sldLayoutChg chg="del">
          <pc:chgData name="Hussainaiah Muppuri" userId="e49700571e251e90" providerId="Windows Live" clId="Web-{C8A2E7A2-F802-4054-AFA7-F5092B539214}" dt="2023-09-06T12:09:11.168" v="26"/>
          <pc:sldLayoutMkLst>
            <pc:docMk/>
            <pc:sldMasterMk cId="2460954070" sldId="2147483660"/>
            <pc:sldLayoutMk cId="2202905451" sldId="2147483670"/>
          </pc:sldLayoutMkLst>
        </pc:sldLayoutChg>
        <pc:sldLayoutChg chg="del">
          <pc:chgData name="Hussainaiah Muppuri" userId="e49700571e251e90" providerId="Windows Live" clId="Web-{C8A2E7A2-F802-4054-AFA7-F5092B539214}" dt="2023-09-06T12:09:11.168" v="26"/>
          <pc:sldLayoutMkLst>
            <pc:docMk/>
            <pc:sldMasterMk cId="2460954070" sldId="2147483660"/>
            <pc:sldLayoutMk cId="3479445657" sldId="2147483671"/>
          </pc:sldLayoutMkLst>
        </pc:sldLayoutChg>
      </pc:sldMasterChg>
      <pc:sldMasterChg chg="add addSldLayout">
        <pc:chgData name="Hussainaiah Muppuri" userId="e49700571e251e90" providerId="Windows Live" clId="Web-{C8A2E7A2-F802-4054-AFA7-F5092B539214}" dt="2023-09-06T12:09:11.168" v="26"/>
        <pc:sldMasterMkLst>
          <pc:docMk/>
          <pc:sldMasterMk cId="960404425" sldId="2147483711"/>
        </pc:sldMasterMkLst>
        <pc:sldLayoutChg chg="add">
          <pc:chgData name="Hussainaiah Muppuri" userId="e49700571e251e90" providerId="Windows Live" clId="Web-{C8A2E7A2-F802-4054-AFA7-F5092B539214}" dt="2023-09-06T12:09:11.168" v="26"/>
          <pc:sldLayoutMkLst>
            <pc:docMk/>
            <pc:sldMasterMk cId="960404425" sldId="2147483711"/>
            <pc:sldLayoutMk cId="3522753671" sldId="2147483700"/>
          </pc:sldLayoutMkLst>
        </pc:sldLayoutChg>
        <pc:sldLayoutChg chg="add">
          <pc:chgData name="Hussainaiah Muppuri" userId="e49700571e251e90" providerId="Windows Live" clId="Web-{C8A2E7A2-F802-4054-AFA7-F5092B539214}" dt="2023-09-06T12:09:11.168" v="26"/>
          <pc:sldLayoutMkLst>
            <pc:docMk/>
            <pc:sldMasterMk cId="960404425" sldId="2147483711"/>
            <pc:sldLayoutMk cId="2553592922" sldId="2147483701"/>
          </pc:sldLayoutMkLst>
        </pc:sldLayoutChg>
        <pc:sldLayoutChg chg="add">
          <pc:chgData name="Hussainaiah Muppuri" userId="e49700571e251e90" providerId="Windows Live" clId="Web-{C8A2E7A2-F802-4054-AFA7-F5092B539214}" dt="2023-09-06T12:09:11.168" v="26"/>
          <pc:sldLayoutMkLst>
            <pc:docMk/>
            <pc:sldMasterMk cId="960404425" sldId="2147483711"/>
            <pc:sldLayoutMk cId="3554745213" sldId="2147483702"/>
          </pc:sldLayoutMkLst>
        </pc:sldLayoutChg>
        <pc:sldLayoutChg chg="add">
          <pc:chgData name="Hussainaiah Muppuri" userId="e49700571e251e90" providerId="Windows Live" clId="Web-{C8A2E7A2-F802-4054-AFA7-F5092B539214}" dt="2023-09-06T12:09:11.168" v="26"/>
          <pc:sldLayoutMkLst>
            <pc:docMk/>
            <pc:sldMasterMk cId="960404425" sldId="2147483711"/>
            <pc:sldLayoutMk cId="2552515296" sldId="2147483703"/>
          </pc:sldLayoutMkLst>
        </pc:sldLayoutChg>
        <pc:sldLayoutChg chg="add">
          <pc:chgData name="Hussainaiah Muppuri" userId="e49700571e251e90" providerId="Windows Live" clId="Web-{C8A2E7A2-F802-4054-AFA7-F5092B539214}" dt="2023-09-06T12:09:11.168" v="26"/>
          <pc:sldLayoutMkLst>
            <pc:docMk/>
            <pc:sldMasterMk cId="960404425" sldId="2147483711"/>
            <pc:sldLayoutMk cId="2891448584" sldId="2147483704"/>
          </pc:sldLayoutMkLst>
        </pc:sldLayoutChg>
        <pc:sldLayoutChg chg="add">
          <pc:chgData name="Hussainaiah Muppuri" userId="e49700571e251e90" providerId="Windows Live" clId="Web-{C8A2E7A2-F802-4054-AFA7-F5092B539214}" dt="2023-09-06T12:09:11.168" v="26"/>
          <pc:sldLayoutMkLst>
            <pc:docMk/>
            <pc:sldMasterMk cId="960404425" sldId="2147483711"/>
            <pc:sldLayoutMk cId="2782505566" sldId="2147483705"/>
          </pc:sldLayoutMkLst>
        </pc:sldLayoutChg>
        <pc:sldLayoutChg chg="add">
          <pc:chgData name="Hussainaiah Muppuri" userId="e49700571e251e90" providerId="Windows Live" clId="Web-{C8A2E7A2-F802-4054-AFA7-F5092B539214}" dt="2023-09-06T12:09:11.168" v="26"/>
          <pc:sldLayoutMkLst>
            <pc:docMk/>
            <pc:sldMasterMk cId="960404425" sldId="2147483711"/>
            <pc:sldLayoutMk cId="2017485464" sldId="2147483706"/>
          </pc:sldLayoutMkLst>
        </pc:sldLayoutChg>
        <pc:sldLayoutChg chg="add">
          <pc:chgData name="Hussainaiah Muppuri" userId="e49700571e251e90" providerId="Windows Live" clId="Web-{C8A2E7A2-F802-4054-AFA7-F5092B539214}" dt="2023-09-06T12:09:11.168" v="26"/>
          <pc:sldLayoutMkLst>
            <pc:docMk/>
            <pc:sldMasterMk cId="960404425" sldId="2147483711"/>
            <pc:sldLayoutMk cId="493946009" sldId="2147483707"/>
          </pc:sldLayoutMkLst>
        </pc:sldLayoutChg>
        <pc:sldLayoutChg chg="add">
          <pc:chgData name="Hussainaiah Muppuri" userId="e49700571e251e90" providerId="Windows Live" clId="Web-{C8A2E7A2-F802-4054-AFA7-F5092B539214}" dt="2023-09-06T12:09:11.168" v="26"/>
          <pc:sldLayoutMkLst>
            <pc:docMk/>
            <pc:sldMasterMk cId="960404425" sldId="2147483711"/>
            <pc:sldLayoutMk cId="2819974562" sldId="2147483708"/>
          </pc:sldLayoutMkLst>
        </pc:sldLayoutChg>
        <pc:sldLayoutChg chg="add">
          <pc:chgData name="Hussainaiah Muppuri" userId="e49700571e251e90" providerId="Windows Live" clId="Web-{C8A2E7A2-F802-4054-AFA7-F5092B539214}" dt="2023-09-06T12:09:11.168" v="26"/>
          <pc:sldLayoutMkLst>
            <pc:docMk/>
            <pc:sldMasterMk cId="960404425" sldId="2147483711"/>
            <pc:sldLayoutMk cId="3295063099" sldId="2147483709"/>
          </pc:sldLayoutMkLst>
        </pc:sldLayoutChg>
        <pc:sldLayoutChg chg="add">
          <pc:chgData name="Hussainaiah Muppuri" userId="e49700571e251e90" providerId="Windows Live" clId="Web-{C8A2E7A2-F802-4054-AFA7-F5092B539214}" dt="2023-09-06T12:09:11.168" v="26"/>
          <pc:sldLayoutMkLst>
            <pc:docMk/>
            <pc:sldMasterMk cId="960404425" sldId="2147483711"/>
            <pc:sldLayoutMk cId="3484022231" sldId="2147483710"/>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9/6/2023</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17485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9/6/2023</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39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9/6/2023</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19974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9/6/2023</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95063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9/6/2023</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84022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9/6/2023</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91448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9/6/2023</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22753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9/6/2023</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53592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9/6/2023</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54745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9/6/2023</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52515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9/6/2023</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82505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9/6/2023</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0404425"/>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04" r:id="rId6"/>
    <p:sldLayoutId id="2147483700" r:id="rId7"/>
    <p:sldLayoutId id="2147483701" r:id="rId8"/>
    <p:sldLayoutId id="2147483702" r:id="rId9"/>
    <p:sldLayoutId id="2147483703" r:id="rId10"/>
    <p:sldLayoutId id="2147483705" r:id="rId11"/>
  </p:sldLayoutIdLst>
  <p:hf sldNum="0" hdr="0" ftr="0" dt="0"/>
  <p:txStyles>
    <p:title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3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10000"/>
        </a:lnSpc>
        <a:spcBef>
          <a:spcPts val="200"/>
        </a:spcBef>
        <a:spcAft>
          <a:spcPts val="400"/>
        </a:spcAft>
        <a:buClrTx/>
        <a:buFont typeface="Calibri" pitchFamily="34" charset="0"/>
        <a:buChar char="◦"/>
        <a:defRPr sz="21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1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1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1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atlassian.com/software/jira/templates/bug-track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97280" y="758952"/>
            <a:ext cx="10058400" cy="3892168"/>
          </a:xfrm>
        </p:spPr>
        <p:txBody>
          <a:bodyPr>
            <a:normAutofit/>
          </a:bodyPr>
          <a:lstStyle/>
          <a:p>
            <a:r>
              <a:rPr lang="en-US" sz="9600">
                <a:solidFill>
                  <a:srgbClr val="FFFFFF"/>
                </a:solidFill>
                <a:cs typeface="Calibri Light"/>
              </a:rPr>
              <a:t>Jira Tool Bug Tracking </a:t>
            </a:r>
            <a:endParaRPr lang="en-US" sz="9600">
              <a:solidFill>
                <a:srgbClr val="FFFFFF"/>
              </a:solidFill>
            </a:endParaRPr>
          </a:p>
        </p:txBody>
      </p:sp>
      <p:sp>
        <p:nvSpPr>
          <p:cNvPr id="10" name="Rectangle 9">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p:cNvSpPr>
            <a:spLocks noGrp="1"/>
          </p:cNvSpPr>
          <p:nvPr>
            <p:ph type="subTitle" idx="1"/>
          </p:nvPr>
        </p:nvSpPr>
        <p:spPr>
          <a:xfrm>
            <a:off x="5481551" y="5225240"/>
            <a:ext cx="5676900" cy="1143000"/>
          </a:xfrm>
        </p:spPr>
        <p:txBody>
          <a:bodyPr vert="horz" lIns="91440" tIns="45720" rIns="91440" bIns="45720" rtlCol="0" anchor="t">
            <a:normAutofit/>
          </a:bodyPr>
          <a:lstStyle/>
          <a:p>
            <a:r>
              <a:rPr lang="en-US" dirty="0">
                <a:solidFill>
                  <a:srgbClr val="FFFFFF"/>
                </a:solidFill>
                <a:cs typeface="Calibri"/>
              </a:rPr>
              <a:t>             By</a:t>
            </a:r>
          </a:p>
          <a:p>
            <a:r>
              <a:rPr lang="en-US" err="1">
                <a:solidFill>
                  <a:srgbClr val="FFFFFF"/>
                </a:solidFill>
                <a:cs typeface="Calibri"/>
              </a:rPr>
              <a:t>Hussainaiah</a:t>
            </a:r>
            <a:r>
              <a:rPr lang="en-US" dirty="0">
                <a:solidFill>
                  <a:srgbClr val="FFFFFF"/>
                </a:solidFill>
                <a:cs typeface="Calibri"/>
              </a:rPr>
              <a:t> </a:t>
            </a:r>
            <a:r>
              <a:rPr lang="en-US" err="1">
                <a:solidFill>
                  <a:srgbClr val="FFFFFF"/>
                </a:solidFill>
                <a:cs typeface="Calibri"/>
              </a:rPr>
              <a:t>Muppuri</a:t>
            </a:r>
            <a:endParaRPr lang="en-US" err="1">
              <a:solidFill>
                <a:srgbClr val="FFFFFF"/>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4EE66C22-7EC4-D403-C02D-ADABED898750}"/>
              </a:ext>
            </a:extLst>
          </p:cNvPr>
          <p:cNvSpPr>
            <a:spLocks noGrp="1"/>
          </p:cNvSpPr>
          <p:nvPr>
            <p:ph idx="1"/>
          </p:nvPr>
        </p:nvSpPr>
        <p:spPr>
          <a:xfrm>
            <a:off x="1096963" y="1900087"/>
            <a:ext cx="10058400" cy="4349901"/>
          </a:xfrm>
        </p:spPr>
        <p:txBody>
          <a:bodyPr vert="horz" lIns="0" tIns="45720" rIns="0" bIns="45720" rtlCol="0" anchor="t">
            <a:noAutofit/>
          </a:bodyPr>
          <a:lstStyle/>
          <a:p>
            <a:pPr>
              <a:lnSpc>
                <a:spcPct val="100000"/>
              </a:lnSpc>
            </a:pPr>
            <a:r>
              <a:rPr lang="en-US" sz="1800" b="1" dirty="0"/>
              <a:t>What is a bug and issue tracking tool ?</a:t>
            </a:r>
          </a:p>
          <a:p>
            <a:pPr>
              <a:lnSpc>
                <a:spcPct val="100000"/>
              </a:lnSpc>
            </a:pPr>
            <a:r>
              <a:rPr lang="en-US" sz="1800" dirty="0">
                <a:ea typeface="+mn-lt"/>
                <a:cs typeface="+mn-lt"/>
              </a:rPr>
              <a:t>Bug and issue tracking tools help software teams find, record, and track bugs in their software. It's critical that everyone on your team is able to find and record bugs, and even more important, assign them to the right team members at the right time. A great </a:t>
            </a:r>
            <a:r>
              <a:rPr lang="en-US" sz="1800" u="sng" dirty="0">
                <a:ea typeface="+mn-lt"/>
                <a:cs typeface="+mn-lt"/>
                <a:hlinkClick r:id="rId2"/>
              </a:rPr>
              <a:t>bug and issue tracking tool</a:t>
            </a:r>
            <a:r>
              <a:rPr lang="en-US" sz="1800" dirty="0">
                <a:ea typeface="+mn-lt"/>
                <a:cs typeface="+mn-lt"/>
              </a:rPr>
              <a:t> gives your team a single view of all items in the backlog, regardless of whether the work item is a bug or a task related to new feature development. Having a single source of truth of all issue types helps teams prioritize against their big picture goals, while continually delivering value to their customers.</a:t>
            </a:r>
          </a:p>
          <a:p>
            <a:pPr>
              <a:lnSpc>
                <a:spcPct val="100000"/>
              </a:lnSpc>
            </a:pPr>
            <a:r>
              <a:rPr lang="en-US" sz="1800" b="1" dirty="0"/>
              <a:t>Jira Software for bug tracking</a:t>
            </a:r>
          </a:p>
          <a:p>
            <a:pPr>
              <a:lnSpc>
                <a:spcPct val="100000"/>
              </a:lnSpc>
            </a:pPr>
            <a:r>
              <a:rPr lang="en-US" sz="1800" dirty="0">
                <a:ea typeface="+mn-lt"/>
                <a:cs typeface="+mn-lt"/>
              </a:rPr>
              <a:t>Quickly capture, assign and prioritize bugs with Jira Software and track all aspects of the software development cycle. Jira's powerful workflow engine provides a clear view of a bug's status, and automation keeps you in the know with notifications as issues transition from backlog to done. Jira Software is the connective tissue for your software team, giving you full visibility and control of your products' end-to-end development.</a:t>
            </a:r>
            <a:endParaRPr lang="en-US" sz="1800" dirty="0"/>
          </a:p>
          <a:p>
            <a:pPr>
              <a:lnSpc>
                <a:spcPct val="100000"/>
              </a:lnSpc>
            </a:pPr>
            <a:endParaRPr lang="en-US" sz="1800" dirty="0"/>
          </a:p>
        </p:txBody>
      </p:sp>
      <p:sp>
        <p:nvSpPr>
          <p:cNvPr id="12" name="Rectangle 11">
            <a:extLst>
              <a:ext uri="{FF2B5EF4-FFF2-40B4-BE49-F238E27FC236}">
                <a16:creationId xmlns:a16="http://schemas.microsoft.com/office/drawing/2014/main" id="{359CEC61-F44B-43B3-B40F-AE38C5AF1D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62016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FD7904-3583-1BA3-F9A9-BC5B7E677F46}"/>
              </a:ext>
            </a:extLst>
          </p:cNvPr>
          <p:cNvSpPr>
            <a:spLocks noGrp="1"/>
          </p:cNvSpPr>
          <p:nvPr>
            <p:ph idx="1"/>
          </p:nvPr>
        </p:nvSpPr>
        <p:spPr>
          <a:xfrm>
            <a:off x="757102" y="1101273"/>
            <a:ext cx="10779578" cy="4767819"/>
          </a:xfrm>
        </p:spPr>
        <p:txBody>
          <a:bodyPr vert="horz" lIns="0" tIns="45720" rIns="0" bIns="45720" rtlCol="0" anchor="t">
            <a:normAutofit/>
          </a:bodyPr>
          <a:lstStyle/>
          <a:p>
            <a:r>
              <a:rPr lang="en-US" sz="3200" b="1" dirty="0">
                <a:solidFill>
                  <a:srgbClr val="253858"/>
                </a:solidFill>
              </a:rPr>
              <a:t>Capture and track bugs in your software</a:t>
            </a:r>
          </a:p>
          <a:p>
            <a:pPr marL="0" indent="0">
              <a:buNone/>
            </a:pPr>
            <a:r>
              <a:rPr lang="en-US" sz="2000" dirty="0">
                <a:solidFill>
                  <a:srgbClr val="091E42"/>
                </a:solidFill>
                <a:ea typeface="+mn-lt"/>
                <a:cs typeface="+mn-lt"/>
              </a:rPr>
              <a:t>Capture bugs anywhere in your software projects with Jira Software. Once you've identified a bug, create an issue and add all relevant details, including descriptions, severity level, screenshots, version, and more. Issues can represent anything from a software bug, a project task to a leave request form, and each unique issue type can have its own custom workflow.</a:t>
            </a:r>
            <a:endParaRPr lang="en-US" sz="2000"/>
          </a:p>
          <a:p>
            <a:r>
              <a:rPr lang="en-US" sz="2400" b="1" dirty="0">
                <a:solidFill>
                  <a:srgbClr val="253858"/>
                </a:solidFill>
              </a:rPr>
              <a:t>Track bugs from backlog to done</a:t>
            </a:r>
            <a:endParaRPr lang="en-US" sz="2400" b="1"/>
          </a:p>
          <a:p>
            <a:r>
              <a:rPr lang="en-US" sz="1800" dirty="0">
                <a:solidFill>
                  <a:srgbClr val="091E42"/>
                </a:solidFill>
                <a:ea typeface="+mn-lt"/>
                <a:cs typeface="+mn-lt"/>
              </a:rPr>
              <a:t>Always stay in the know by tracking bugs and issues through your team's workflow. Jira Software has a powerful workflow engine, planning features, comprehensive search, and reporting capabilities designed to help you find, record, and track bugs in your software.</a:t>
            </a:r>
            <a:endParaRPr lang="en-US" sz="1800" dirty="0"/>
          </a:p>
        </p:txBody>
      </p:sp>
    </p:spTree>
    <p:extLst>
      <p:ext uri="{BB962C8B-B14F-4D97-AF65-F5344CB8AC3E}">
        <p14:creationId xmlns:p14="http://schemas.microsoft.com/office/powerpoint/2010/main" val="3490936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3AD6279B-D648-74F4-2013-F749804F4B80}"/>
              </a:ext>
            </a:extLst>
          </p:cNvPr>
          <p:cNvPicPr>
            <a:picLocks noGrp="1" noChangeAspect="1"/>
          </p:cNvPicPr>
          <p:nvPr>
            <p:ph idx="1"/>
          </p:nvPr>
        </p:nvPicPr>
        <p:blipFill>
          <a:blip r:embed="rId2"/>
          <a:stretch>
            <a:fillRect/>
          </a:stretch>
        </p:blipFill>
        <p:spPr>
          <a:xfrm>
            <a:off x="223741" y="529773"/>
            <a:ext cx="11057084" cy="5067176"/>
          </a:xfrm>
        </p:spPr>
      </p:pic>
    </p:spTree>
    <p:extLst>
      <p:ext uri="{BB962C8B-B14F-4D97-AF65-F5344CB8AC3E}">
        <p14:creationId xmlns:p14="http://schemas.microsoft.com/office/powerpoint/2010/main" val="824632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hat&#10;&#10;Description automatically generated">
            <a:extLst>
              <a:ext uri="{FF2B5EF4-FFF2-40B4-BE49-F238E27FC236}">
                <a16:creationId xmlns:a16="http://schemas.microsoft.com/office/drawing/2014/main" id="{D622E1C2-F788-5C72-B646-5C3DF32F8A5C}"/>
              </a:ext>
            </a:extLst>
          </p:cNvPr>
          <p:cNvPicPr>
            <a:picLocks noGrp="1" noChangeAspect="1"/>
          </p:cNvPicPr>
          <p:nvPr>
            <p:ph idx="1"/>
          </p:nvPr>
        </p:nvPicPr>
        <p:blipFill>
          <a:blip r:embed="rId2"/>
          <a:stretch>
            <a:fillRect/>
          </a:stretch>
        </p:blipFill>
        <p:spPr>
          <a:xfrm>
            <a:off x="609648" y="475344"/>
            <a:ext cx="10734307" cy="5148819"/>
          </a:xfrm>
        </p:spPr>
      </p:pic>
    </p:spTree>
    <p:extLst>
      <p:ext uri="{BB962C8B-B14F-4D97-AF65-F5344CB8AC3E}">
        <p14:creationId xmlns:p14="http://schemas.microsoft.com/office/powerpoint/2010/main" val="620012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478E79F0-26D7-6769-7678-9C3CE2D249DC}"/>
              </a:ext>
            </a:extLst>
          </p:cNvPr>
          <p:cNvPicPr>
            <a:picLocks noGrp="1" noChangeAspect="1"/>
          </p:cNvPicPr>
          <p:nvPr>
            <p:ph idx="1"/>
          </p:nvPr>
        </p:nvPicPr>
        <p:blipFill rotWithShape="1">
          <a:blip r:embed="rId2"/>
          <a:srcRect l="659" t="7143" r="-659" b="6404"/>
          <a:stretch/>
        </p:blipFill>
        <p:spPr>
          <a:xfrm>
            <a:off x="715182" y="461737"/>
            <a:ext cx="11121965" cy="5626199"/>
          </a:xfrm>
        </p:spPr>
      </p:pic>
    </p:spTree>
    <p:extLst>
      <p:ext uri="{BB962C8B-B14F-4D97-AF65-F5344CB8AC3E}">
        <p14:creationId xmlns:p14="http://schemas.microsoft.com/office/powerpoint/2010/main" val="2674283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8E9C91B-7EAD-4562-AB0E-DFB9663AEC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652BD35A-BC99-4831-A358-06E2CEB966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76E24C1-2968-40DC-A36E-F6B85F0F0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w="69850">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Description automatically generated">
            <a:extLst>
              <a:ext uri="{FF2B5EF4-FFF2-40B4-BE49-F238E27FC236}">
                <a16:creationId xmlns:a16="http://schemas.microsoft.com/office/drawing/2014/main" id="{9C0D0A02-C1E4-4403-4C37-2A296E983E8A}"/>
              </a:ext>
            </a:extLst>
          </p:cNvPr>
          <p:cNvPicPr>
            <a:picLocks noGrp="1" noChangeAspect="1"/>
          </p:cNvPicPr>
          <p:nvPr>
            <p:ph idx="1"/>
          </p:nvPr>
        </p:nvPicPr>
        <p:blipFill rotWithShape="1">
          <a:blip r:embed="rId2"/>
          <a:srcRect l="34" t="9903" r="123" b="6280"/>
          <a:stretch/>
        </p:blipFill>
        <p:spPr>
          <a:xfrm>
            <a:off x="520260" y="1150862"/>
            <a:ext cx="11051238" cy="4725952"/>
          </a:xfrm>
          <a:prstGeom prst="rect">
            <a:avLst/>
          </a:prstGeom>
        </p:spPr>
      </p:pic>
    </p:spTree>
    <p:extLst>
      <p:ext uri="{BB962C8B-B14F-4D97-AF65-F5344CB8AC3E}">
        <p14:creationId xmlns:p14="http://schemas.microsoft.com/office/powerpoint/2010/main" val="2875199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9" name="Straight Connector 8">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834DDD-9A71-6B86-5A73-1887974BBC4F}"/>
              </a:ext>
            </a:extLst>
          </p:cNvPr>
          <p:cNvSpPr>
            <a:spLocks noGrp="1"/>
          </p:cNvSpPr>
          <p:nvPr>
            <p:ph type="title"/>
          </p:nvPr>
        </p:nvSpPr>
        <p:spPr>
          <a:xfrm>
            <a:off x="1097280" y="758952"/>
            <a:ext cx="10058400" cy="3892168"/>
          </a:xfrm>
        </p:spPr>
        <p:txBody>
          <a:bodyPr vert="horz" lIns="91440" tIns="45720" rIns="91440" bIns="45720" rtlCol="0" anchor="b">
            <a:normAutofit/>
          </a:bodyPr>
          <a:lstStyle/>
          <a:p>
            <a:pPr>
              <a:lnSpc>
                <a:spcPct val="90000"/>
              </a:lnSpc>
            </a:pPr>
            <a:r>
              <a:rPr lang="en-US" sz="9600">
                <a:solidFill>
                  <a:srgbClr val="FFFFFF"/>
                </a:solidFill>
              </a:rPr>
              <a:t>Thank You</a:t>
            </a:r>
          </a:p>
        </p:txBody>
      </p:sp>
      <p:sp>
        <p:nvSpPr>
          <p:cNvPr id="13" name="Rectangle 12">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50224780"/>
      </p:ext>
    </p:extLst>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Tw Cen M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RetrospectVTI</vt:lpstr>
      <vt:lpstr>Jira Tool Bug Tracking </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88</cp:revision>
  <dcterms:created xsi:type="dcterms:W3CDTF">2023-09-06T12:06:28Z</dcterms:created>
  <dcterms:modified xsi:type="dcterms:W3CDTF">2023-09-06T13:11:57Z</dcterms:modified>
</cp:coreProperties>
</file>